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150" d="100"/>
          <a:sy n="150" d="100"/>
        </p:scale>
        <p:origin x="108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53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2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09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90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56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4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9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8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19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0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9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267FA-02ED-4E5C-867D-A6DCABA7C61C}" type="datetimeFigureOut">
              <a:rPr lang="en-US" smtClean="0"/>
              <a:t>16/12/2022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AAA13-5A5D-4DFC-9ABA-D9391DEA7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3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0E8390-3EA5-B41F-636F-E69FFE00D2B6}"/>
              </a:ext>
            </a:extLst>
          </p:cNvPr>
          <p:cNvSpPr txBox="1"/>
          <p:nvPr/>
        </p:nvSpPr>
        <p:spPr>
          <a:xfrm>
            <a:off x="375332" y="691067"/>
            <a:ext cx="1058092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 err="1"/>
              <a:t>PaymentsTable</a:t>
            </a:r>
            <a:endParaRPr lang="en-US" sz="788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39C5EC-727D-49AD-00BC-5DED85886BCC}"/>
              </a:ext>
            </a:extLst>
          </p:cNvPr>
          <p:cNvSpPr txBox="1"/>
          <p:nvPr/>
        </p:nvSpPr>
        <p:spPr>
          <a:xfrm>
            <a:off x="1768976" y="672917"/>
            <a:ext cx="1058092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 err="1"/>
              <a:t>PaymentsForm</a:t>
            </a:r>
            <a:endParaRPr lang="en-US" sz="788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ABD8051-FCD1-375A-67AD-D3225B924AEF}"/>
              </a:ext>
            </a:extLst>
          </p:cNvPr>
          <p:cNvSpPr/>
          <p:nvPr/>
        </p:nvSpPr>
        <p:spPr>
          <a:xfrm>
            <a:off x="1430975" y="743004"/>
            <a:ext cx="249827" cy="103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A1DDDD2-2210-46D9-980D-4848DEF4E1A8}"/>
              </a:ext>
            </a:extLst>
          </p:cNvPr>
          <p:cNvSpPr/>
          <p:nvPr/>
        </p:nvSpPr>
        <p:spPr>
          <a:xfrm rot="7539756">
            <a:off x="1617120" y="1169165"/>
            <a:ext cx="303711" cy="1268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DB7B733-F31D-5D0E-972C-02A21B03F3F2}"/>
              </a:ext>
            </a:extLst>
          </p:cNvPr>
          <p:cNvSpPr/>
          <p:nvPr/>
        </p:nvSpPr>
        <p:spPr>
          <a:xfrm rot="2445926">
            <a:off x="2921364" y="1020300"/>
            <a:ext cx="249827" cy="103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B67D0-6E24-35DC-D816-E1B0EA21EADD}"/>
              </a:ext>
            </a:extLst>
          </p:cNvPr>
          <p:cNvSpPr txBox="1"/>
          <p:nvPr/>
        </p:nvSpPr>
        <p:spPr>
          <a:xfrm>
            <a:off x="536986" y="1416674"/>
            <a:ext cx="1143816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 err="1"/>
              <a:t>PaymentDetlsTable</a:t>
            </a:r>
            <a:endParaRPr lang="en-US" sz="788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7E1D5-5927-C086-4C46-21D6B595EC2C}"/>
              </a:ext>
            </a:extLst>
          </p:cNvPr>
          <p:cNvSpPr txBox="1"/>
          <p:nvPr/>
        </p:nvSpPr>
        <p:spPr>
          <a:xfrm>
            <a:off x="513191" y="2331677"/>
            <a:ext cx="1143816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 err="1"/>
              <a:t>PaymentDetlsTable</a:t>
            </a:r>
            <a:endParaRPr lang="en-US" sz="788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1B9101-69D9-86F9-9860-1D1FDA829A09}"/>
              </a:ext>
            </a:extLst>
          </p:cNvPr>
          <p:cNvSpPr txBox="1"/>
          <p:nvPr/>
        </p:nvSpPr>
        <p:spPr>
          <a:xfrm>
            <a:off x="2579077" y="2331677"/>
            <a:ext cx="1445079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 err="1"/>
              <a:t>PaymentInvoicesTable</a:t>
            </a:r>
            <a:endParaRPr lang="en-US" sz="788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D2D9CB-6953-A6FD-A0C4-A4A58294D51E}"/>
              </a:ext>
            </a:extLst>
          </p:cNvPr>
          <p:cNvSpPr txBox="1"/>
          <p:nvPr/>
        </p:nvSpPr>
        <p:spPr>
          <a:xfrm>
            <a:off x="328796" y="1587920"/>
            <a:ext cx="2204358" cy="81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19" dirty="0">
                <a:latin typeface="Consolas" panose="020B0609020204030204" pitchFamily="49" charset="0"/>
              </a:rPr>
              <a:t> batchdetlsstate={</a:t>
            </a:r>
            <a:r>
              <a:rPr lang="en-US" sz="619" dirty="0" err="1">
                <a:latin typeface="Consolas" panose="020B0609020204030204" pitchFamily="49" charset="0"/>
              </a:rPr>
              <a:t>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setBatchDetlsState={</a:t>
            </a:r>
            <a:r>
              <a:rPr lang="en-US" sz="619" dirty="0" err="1">
                <a:latin typeface="Consolas" panose="020B0609020204030204" pitchFamily="49" charset="0"/>
              </a:rPr>
              <a:t>setBatchdetls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</a:t>
            </a:r>
            <a:r>
              <a:rPr lang="en-US" sz="619" dirty="0" err="1">
                <a:latin typeface="Consolas" panose="020B0609020204030204" pitchFamily="49" charset="0"/>
              </a:rPr>
              <a:t>handleAddBatchDetls</a:t>
            </a:r>
            <a:r>
              <a:rPr lang="en-US" sz="619" dirty="0">
                <a:latin typeface="Consolas" panose="020B0609020204030204" pitchFamily="49" charset="0"/>
              </a:rPr>
              <a:t>={</a:t>
            </a:r>
            <a:r>
              <a:rPr lang="en-US" sz="619" dirty="0" err="1">
                <a:latin typeface="Consolas" panose="020B0609020204030204" pitchFamily="49" charset="0"/>
              </a:rPr>
              <a:t>handleAddBatchDetls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</a:t>
            </a:r>
            <a:r>
              <a:rPr lang="en-US" sz="619" dirty="0" err="1">
                <a:latin typeface="Consolas" panose="020B0609020204030204" pitchFamily="49" charset="0"/>
              </a:rPr>
              <a:t>handleEditBatchDetls</a:t>
            </a:r>
            <a:r>
              <a:rPr lang="en-US" sz="619" dirty="0">
                <a:latin typeface="Consolas" panose="020B0609020204030204" pitchFamily="49" charset="0"/>
              </a:rPr>
              <a:t>={</a:t>
            </a:r>
            <a:r>
              <a:rPr lang="en-US" sz="619" dirty="0" err="1">
                <a:latin typeface="Consolas" panose="020B0609020204030204" pitchFamily="49" charset="0"/>
              </a:rPr>
              <a:t>handleEditBatchDetls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</a:t>
            </a:r>
            <a:r>
              <a:rPr lang="en-US" sz="619" dirty="0" err="1">
                <a:latin typeface="Consolas" panose="020B0609020204030204" pitchFamily="49" charset="0"/>
              </a:rPr>
              <a:t>handleDeleteBatchDetls</a:t>
            </a:r>
            <a:r>
              <a:rPr lang="en-US" sz="619" dirty="0">
                <a:latin typeface="Consolas" panose="020B0609020204030204" pitchFamily="49" charset="0"/>
              </a:rPr>
              <a:t>={</a:t>
            </a:r>
            <a:r>
              <a:rPr lang="en-US" sz="619" dirty="0" err="1">
                <a:latin typeface="Consolas" panose="020B0609020204030204" pitchFamily="49" charset="0"/>
              </a:rPr>
              <a:t>handleDeleteBatchDetls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endParaRPr lang="en-US" sz="1013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801C7-1030-E68E-0D81-3DFD1D5F7B63}"/>
              </a:ext>
            </a:extLst>
          </p:cNvPr>
          <p:cNvSpPr txBox="1"/>
          <p:nvPr/>
        </p:nvSpPr>
        <p:spPr>
          <a:xfrm>
            <a:off x="328796" y="2487111"/>
            <a:ext cx="2204358" cy="81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19" dirty="0">
                <a:latin typeface="Consolas" panose="020B0609020204030204" pitchFamily="49" charset="0"/>
              </a:rPr>
              <a:t> batchdetlsstate={</a:t>
            </a:r>
            <a:r>
              <a:rPr lang="en-US" sz="619" dirty="0" err="1">
                <a:latin typeface="Consolas" panose="020B0609020204030204" pitchFamily="49" charset="0"/>
              </a:rPr>
              <a:t>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setBatchDetlsState={</a:t>
            </a:r>
            <a:r>
              <a:rPr lang="en-US" sz="619" dirty="0" err="1">
                <a:latin typeface="Consolas" panose="020B0609020204030204" pitchFamily="49" charset="0"/>
              </a:rPr>
              <a:t>setBatchdetls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</a:t>
            </a:r>
            <a:r>
              <a:rPr lang="en-US" sz="619" dirty="0" err="1">
                <a:latin typeface="Consolas" panose="020B0609020204030204" pitchFamily="49" charset="0"/>
              </a:rPr>
              <a:t>handleAddBatchDetls</a:t>
            </a:r>
            <a:r>
              <a:rPr lang="en-US" sz="619" dirty="0">
                <a:latin typeface="Consolas" panose="020B0609020204030204" pitchFamily="49" charset="0"/>
              </a:rPr>
              <a:t>={</a:t>
            </a:r>
            <a:r>
              <a:rPr lang="en-US" sz="619" dirty="0" err="1">
                <a:latin typeface="Consolas" panose="020B0609020204030204" pitchFamily="49" charset="0"/>
              </a:rPr>
              <a:t>handleAddBatchDetls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</a:t>
            </a:r>
            <a:r>
              <a:rPr lang="en-US" sz="619" dirty="0" err="1">
                <a:latin typeface="Consolas" panose="020B0609020204030204" pitchFamily="49" charset="0"/>
              </a:rPr>
              <a:t>handleEditBatchDetls</a:t>
            </a:r>
            <a:r>
              <a:rPr lang="en-US" sz="619" dirty="0">
                <a:latin typeface="Consolas" panose="020B0609020204030204" pitchFamily="49" charset="0"/>
              </a:rPr>
              <a:t>={</a:t>
            </a:r>
            <a:r>
              <a:rPr lang="en-US" sz="619" dirty="0" err="1">
                <a:latin typeface="Consolas" panose="020B0609020204030204" pitchFamily="49" charset="0"/>
              </a:rPr>
              <a:t>handleEditBatchDetls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</a:t>
            </a:r>
            <a:r>
              <a:rPr lang="en-US" sz="619" dirty="0" err="1">
                <a:latin typeface="Consolas" panose="020B0609020204030204" pitchFamily="49" charset="0"/>
              </a:rPr>
              <a:t>handleDeleteBatchDetls</a:t>
            </a:r>
            <a:r>
              <a:rPr lang="en-US" sz="619" dirty="0">
                <a:latin typeface="Consolas" panose="020B0609020204030204" pitchFamily="49" charset="0"/>
              </a:rPr>
              <a:t>={</a:t>
            </a:r>
            <a:r>
              <a:rPr lang="en-US" sz="619" dirty="0" err="1">
                <a:latin typeface="Consolas" panose="020B0609020204030204" pitchFamily="49" charset="0"/>
              </a:rPr>
              <a:t>handleDeleteBatchDetls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endParaRPr lang="en-US" sz="1013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FCEF6B-8D0F-7601-1063-D6DD6CB5937C}"/>
              </a:ext>
            </a:extLst>
          </p:cNvPr>
          <p:cNvSpPr txBox="1"/>
          <p:nvPr/>
        </p:nvSpPr>
        <p:spPr>
          <a:xfrm>
            <a:off x="2542338" y="2504802"/>
            <a:ext cx="2484952" cy="81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19" dirty="0">
                <a:latin typeface="Consolas" panose="020B0609020204030204" pitchFamily="49" charset="0"/>
              </a:rPr>
              <a:t> batchdetlsstate={payable}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setBatchDetlsState={</a:t>
            </a:r>
            <a:r>
              <a:rPr lang="en-US" sz="619" dirty="0" err="1">
                <a:latin typeface="Consolas" panose="020B0609020204030204" pitchFamily="49" charset="0"/>
              </a:rPr>
              <a:t>setNewBatchdetls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</a:t>
            </a:r>
            <a:r>
              <a:rPr lang="en-US" sz="619" dirty="0" err="1">
                <a:latin typeface="Consolas" panose="020B0609020204030204" pitchFamily="49" charset="0"/>
              </a:rPr>
              <a:t>handleAddBatchDetls</a:t>
            </a:r>
            <a:r>
              <a:rPr lang="en-US" sz="619" dirty="0">
                <a:latin typeface="Consolas" panose="020B0609020204030204" pitchFamily="49" charset="0"/>
              </a:rPr>
              <a:t>={</a:t>
            </a:r>
            <a:r>
              <a:rPr lang="en-US" sz="619" dirty="0" err="1">
                <a:latin typeface="Consolas" panose="020B0609020204030204" pitchFamily="49" charset="0"/>
              </a:rPr>
              <a:t>handleAddBatchDetls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</a:t>
            </a:r>
            <a:r>
              <a:rPr lang="en-US" sz="619" dirty="0" err="1">
                <a:latin typeface="Consolas" panose="020B0609020204030204" pitchFamily="49" charset="0"/>
              </a:rPr>
              <a:t>handleEditBatchDetls</a:t>
            </a:r>
            <a:r>
              <a:rPr lang="en-US" sz="619" dirty="0">
                <a:latin typeface="Consolas" panose="020B0609020204030204" pitchFamily="49" charset="0"/>
              </a:rPr>
              <a:t>={</a:t>
            </a:r>
            <a:r>
              <a:rPr lang="en-US" sz="619" dirty="0" err="1">
                <a:latin typeface="Consolas" panose="020B0609020204030204" pitchFamily="49" charset="0"/>
              </a:rPr>
              <a:t>handleEditBatchDetls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 </a:t>
            </a:r>
            <a:r>
              <a:rPr lang="en-US" sz="619" dirty="0" err="1">
                <a:latin typeface="Consolas" panose="020B0609020204030204" pitchFamily="49" charset="0"/>
              </a:rPr>
              <a:t>handleDeleteBatchDetls</a:t>
            </a:r>
            <a:r>
              <a:rPr lang="en-US" sz="619" dirty="0">
                <a:latin typeface="Consolas" panose="020B0609020204030204" pitchFamily="49" charset="0"/>
              </a:rPr>
              <a:t>={</a:t>
            </a:r>
            <a:r>
              <a:rPr lang="en-US" sz="619" dirty="0" err="1">
                <a:latin typeface="Consolas" panose="020B0609020204030204" pitchFamily="49" charset="0"/>
              </a:rPr>
              <a:t>handleDeleteBatchDetls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619" dirty="0">
                <a:latin typeface="Consolas" panose="020B0609020204030204" pitchFamily="49" charset="0"/>
              </a:rPr>
              <a:t> </a:t>
            </a:r>
            <a:r>
              <a:rPr lang="en-US" sz="619" dirty="0" err="1">
                <a:latin typeface="Consolas" panose="020B0609020204030204" pitchFamily="49" charset="0"/>
              </a:rPr>
              <a:t>handleRowDoubleClick</a:t>
            </a:r>
            <a:r>
              <a:rPr lang="en-US" sz="619" dirty="0">
                <a:latin typeface="Consolas" panose="020B0609020204030204" pitchFamily="49" charset="0"/>
              </a:rPr>
              <a:t>={</a:t>
            </a:r>
            <a:r>
              <a:rPr lang="en-US" sz="619" dirty="0" err="1">
                <a:latin typeface="Consolas" panose="020B0609020204030204" pitchFamily="49" charset="0"/>
              </a:rPr>
              <a:t>handleRowDoubleClickPayDetls</a:t>
            </a:r>
            <a:r>
              <a:rPr lang="en-US" sz="619" dirty="0">
                <a:latin typeface="Consolas" panose="020B0609020204030204" pitchFamily="49" charset="0"/>
              </a:rPr>
              <a:t>}</a:t>
            </a:r>
          </a:p>
          <a:p>
            <a:r>
              <a:rPr lang="en-US" sz="1013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BF6E42-182F-4683-5D21-38A3688AC019}"/>
              </a:ext>
            </a:extLst>
          </p:cNvPr>
          <p:cNvSpPr txBox="1"/>
          <p:nvPr/>
        </p:nvSpPr>
        <p:spPr>
          <a:xfrm>
            <a:off x="513191" y="3329726"/>
            <a:ext cx="1143816" cy="698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 err="1"/>
              <a:t>Singlebatchdetlsstate</a:t>
            </a:r>
            <a:r>
              <a:rPr lang="en-US" sz="788" dirty="0"/>
              <a:t> ={}</a:t>
            </a:r>
          </a:p>
          <a:p>
            <a:endParaRPr lang="en-US" sz="788" dirty="0"/>
          </a:p>
          <a:p>
            <a:r>
              <a:rPr lang="en-US" sz="788" dirty="0" err="1"/>
              <a:t>Batchdetls</a:t>
            </a:r>
            <a:r>
              <a:rPr lang="en-US" sz="788" dirty="0"/>
              <a:t>={</a:t>
            </a:r>
            <a:r>
              <a:rPr lang="en-US" sz="788" dirty="0" err="1"/>
              <a:t>paydetls</a:t>
            </a:r>
            <a:r>
              <a:rPr lang="en-US" sz="788" dirty="0"/>
              <a:t>}</a:t>
            </a:r>
          </a:p>
          <a:p>
            <a:endParaRPr lang="en-US" sz="788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FA83E-7E15-6D4F-072C-B5285827A9EC}"/>
              </a:ext>
            </a:extLst>
          </p:cNvPr>
          <p:cNvSpPr txBox="1"/>
          <p:nvPr/>
        </p:nvSpPr>
        <p:spPr>
          <a:xfrm>
            <a:off x="2579077" y="3281843"/>
            <a:ext cx="1445079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 err="1"/>
              <a:t>PaymentDetlsForm</a:t>
            </a:r>
            <a:endParaRPr lang="en-US" sz="788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E36569-9B05-9468-757D-19CDE1AB60C5}"/>
              </a:ext>
            </a:extLst>
          </p:cNvPr>
          <p:cNvSpPr txBox="1"/>
          <p:nvPr/>
        </p:nvSpPr>
        <p:spPr>
          <a:xfrm>
            <a:off x="2579076" y="3424944"/>
            <a:ext cx="1896360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/>
              <a:t>state={</a:t>
            </a:r>
            <a:r>
              <a:rPr lang="en-US" sz="788" dirty="0" err="1"/>
              <a:t>singlebatchdetlsstate</a:t>
            </a:r>
            <a:r>
              <a:rPr lang="en-US" sz="788" dirty="0"/>
              <a:t>}</a:t>
            </a:r>
          </a:p>
          <a:p>
            <a:r>
              <a:rPr lang="en-US" sz="788" dirty="0" err="1"/>
              <a:t>setState</a:t>
            </a:r>
            <a:r>
              <a:rPr lang="en-US" sz="788" dirty="0"/>
              <a:t>={</a:t>
            </a:r>
            <a:r>
              <a:rPr lang="en-US" sz="788" dirty="0" err="1"/>
              <a:t>setSingleBatchDetlsState</a:t>
            </a:r>
            <a:r>
              <a:rPr lang="en-US" sz="788" dirty="0"/>
              <a:t>}</a:t>
            </a:r>
          </a:p>
          <a:p>
            <a:r>
              <a:rPr lang="en-US" sz="788" dirty="0" err="1"/>
              <a:t>add_item</a:t>
            </a:r>
            <a:r>
              <a:rPr lang="en-US" sz="788" dirty="0"/>
              <a:t>={</a:t>
            </a:r>
            <a:r>
              <a:rPr lang="en-US" sz="788" dirty="0" err="1"/>
              <a:t>add_BatchDetls</a:t>
            </a:r>
            <a:r>
              <a:rPr lang="en-US" sz="788" dirty="0"/>
              <a:t>}</a:t>
            </a:r>
          </a:p>
          <a:p>
            <a:r>
              <a:rPr lang="en-US" sz="788" dirty="0" err="1"/>
              <a:t>update_item</a:t>
            </a:r>
            <a:r>
              <a:rPr lang="en-US" sz="788" dirty="0"/>
              <a:t>={</a:t>
            </a:r>
            <a:r>
              <a:rPr lang="en-US" sz="788" dirty="0" err="1"/>
              <a:t>update_BatchDetls</a:t>
            </a:r>
            <a:r>
              <a:rPr lang="en-US" sz="788" dirty="0"/>
              <a:t>}</a:t>
            </a:r>
          </a:p>
          <a:p>
            <a:r>
              <a:rPr lang="en-US" sz="788" dirty="0" err="1"/>
              <a:t>statustype</a:t>
            </a:r>
            <a:r>
              <a:rPr lang="en-US" sz="788" dirty="0"/>
              <a:t>={</a:t>
            </a:r>
            <a:r>
              <a:rPr lang="en-US" sz="788" dirty="0" err="1"/>
              <a:t>statustype</a:t>
            </a:r>
            <a:r>
              <a:rPr lang="en-US" sz="788" dirty="0"/>
              <a:t>}</a:t>
            </a:r>
          </a:p>
          <a:p>
            <a:r>
              <a:rPr lang="en-US" sz="788" dirty="0" err="1"/>
              <a:t>onItemClose</a:t>
            </a:r>
            <a:r>
              <a:rPr lang="en-US" sz="788" dirty="0"/>
              <a:t>={</a:t>
            </a:r>
            <a:r>
              <a:rPr lang="en-US" sz="788" dirty="0" err="1"/>
              <a:t>onBatchDetlsAddClose</a:t>
            </a:r>
            <a:r>
              <a:rPr lang="en-US" sz="788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3E68D3-D6AA-26A8-7972-5DF6CF961B79}"/>
              </a:ext>
            </a:extLst>
          </p:cNvPr>
          <p:cNvSpPr txBox="1"/>
          <p:nvPr/>
        </p:nvSpPr>
        <p:spPr>
          <a:xfrm>
            <a:off x="676747" y="5495371"/>
            <a:ext cx="24645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>
                <a:latin typeface="Consolas" panose="020B0609020204030204" pitchFamily="49" charset="0"/>
              </a:rPr>
              <a:t>const </a:t>
            </a:r>
            <a:r>
              <a:rPr lang="en-US" sz="675" dirty="0" err="1">
                <a:latin typeface="Consolas" panose="020B0609020204030204" pitchFamily="49" charset="0"/>
              </a:rPr>
              <a:t>initial_batchdetls</a:t>
            </a:r>
            <a:r>
              <a:rPr lang="en-US" sz="675" dirty="0">
                <a:latin typeface="Consolas" panose="020B0609020204030204" pitchFamily="49" charset="0"/>
              </a:rPr>
              <a:t> = {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payd_id</a:t>
            </a:r>
            <a:r>
              <a:rPr lang="en-US" sz="675" dirty="0">
                <a:latin typeface="Consolas" panose="020B0609020204030204" pitchFamily="49" charset="0"/>
              </a:rPr>
              <a:t>: '',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payd_no</a:t>
            </a:r>
            <a:r>
              <a:rPr lang="en-US" sz="675" dirty="0">
                <a:latin typeface="Consolas" panose="020B0609020204030204" pitchFamily="49" charset="0"/>
              </a:rPr>
              <a:t>: '',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payd_invno</a:t>
            </a:r>
            <a:r>
              <a:rPr lang="en-US" sz="675" dirty="0">
                <a:latin typeface="Consolas" panose="020B0609020204030204" pitchFamily="49" charset="0"/>
              </a:rPr>
              <a:t>: '',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payd_invdate</a:t>
            </a:r>
            <a:r>
              <a:rPr lang="en-US" sz="675" dirty="0">
                <a:latin typeface="Consolas" panose="020B0609020204030204" pitchFamily="49" charset="0"/>
              </a:rPr>
              <a:t>: null,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payd_pono</a:t>
            </a:r>
            <a:r>
              <a:rPr lang="en-US" sz="675" dirty="0">
                <a:latin typeface="Consolas" panose="020B0609020204030204" pitchFamily="49" charset="0"/>
              </a:rPr>
              <a:t>: '',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payd_podate</a:t>
            </a:r>
            <a:r>
              <a:rPr lang="en-US" sz="675" dirty="0">
                <a:latin typeface="Consolas" panose="020B0609020204030204" pitchFamily="49" charset="0"/>
              </a:rPr>
              <a:t>: null,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payd_invamt</a:t>
            </a:r>
            <a:r>
              <a:rPr lang="en-US" sz="675" dirty="0">
                <a:latin typeface="Consolas" panose="020B0609020204030204" pitchFamily="49" charset="0"/>
              </a:rPr>
              <a:t>: 0,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payd_last_bal</a:t>
            </a:r>
            <a:r>
              <a:rPr lang="en-US" sz="675" dirty="0">
                <a:latin typeface="Consolas" panose="020B0609020204030204" pitchFamily="49" charset="0"/>
              </a:rPr>
              <a:t>: 0,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payd_disc</a:t>
            </a:r>
            <a:r>
              <a:rPr lang="en-US" sz="675" dirty="0">
                <a:latin typeface="Consolas" panose="020B0609020204030204" pitchFamily="49" charset="0"/>
              </a:rPr>
              <a:t>: 0,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payd_amt</a:t>
            </a:r>
            <a:r>
              <a:rPr lang="en-US" sz="675" dirty="0">
                <a:latin typeface="Consolas" panose="020B0609020204030204" pitchFamily="49" charset="0"/>
              </a:rPr>
              <a:t>: 0,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payd_apid</a:t>
            </a:r>
            <a:r>
              <a:rPr lang="en-US" sz="675" dirty="0">
                <a:latin typeface="Consolas" panose="020B0609020204030204" pitchFamily="49" charset="0"/>
              </a:rPr>
              <a:t>: 0,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payd_recdate</a:t>
            </a:r>
            <a:r>
              <a:rPr lang="en-US" sz="675" dirty="0">
                <a:latin typeface="Consolas" panose="020B0609020204030204" pitchFamily="49" charset="0"/>
              </a:rPr>
              <a:t>: null,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payd_branch</a:t>
            </a:r>
            <a:r>
              <a:rPr lang="en-US" sz="675" dirty="0">
                <a:latin typeface="Consolas" panose="020B0609020204030204" pitchFamily="49" charset="0"/>
              </a:rPr>
              <a:t>: '',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payd_paydate</a:t>
            </a:r>
            <a:r>
              <a:rPr lang="en-US" sz="675" dirty="0">
                <a:latin typeface="Consolas" panose="020B0609020204030204" pitchFamily="49" charset="0"/>
              </a:rPr>
              <a:t>: null,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033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0A354D-F8A8-9FA8-2C7A-F685465ED3C9}"/>
              </a:ext>
            </a:extLst>
          </p:cNvPr>
          <p:cNvSpPr txBox="1"/>
          <p:nvPr/>
        </p:nvSpPr>
        <p:spPr>
          <a:xfrm>
            <a:off x="353616" y="4644033"/>
            <a:ext cx="24645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>
                <a:latin typeface="Consolas" panose="020B0609020204030204" pitchFamily="49" charset="0"/>
              </a:rPr>
              <a:t>const </a:t>
            </a:r>
            <a:r>
              <a:rPr lang="en-US" sz="675" dirty="0" err="1">
                <a:latin typeface="Consolas" panose="020B0609020204030204" pitchFamily="49" charset="0"/>
              </a:rPr>
              <a:t>initial_batchdetls</a:t>
            </a:r>
            <a:r>
              <a:rPr lang="en-US" sz="675" dirty="0">
                <a:latin typeface="Consolas" panose="020B0609020204030204" pitchFamily="49" charset="0"/>
              </a:rPr>
              <a:t> = {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payd_id</a:t>
            </a:r>
            <a:r>
              <a:rPr lang="en-US" sz="675" dirty="0">
                <a:latin typeface="Consolas" panose="020B0609020204030204" pitchFamily="49" charset="0"/>
              </a:rPr>
              <a:t>: '',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payd_no</a:t>
            </a:r>
            <a:r>
              <a:rPr lang="en-US" sz="675" dirty="0">
                <a:latin typeface="Consolas" panose="020B0609020204030204" pitchFamily="49" charset="0"/>
              </a:rPr>
              <a:t>: '',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payd_invno</a:t>
            </a:r>
            <a:r>
              <a:rPr lang="en-US" sz="675" dirty="0">
                <a:latin typeface="Consolas" panose="020B0609020204030204" pitchFamily="49" charset="0"/>
              </a:rPr>
              <a:t>: '',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payd_invdate</a:t>
            </a:r>
            <a:r>
              <a:rPr lang="en-US" sz="675" dirty="0">
                <a:latin typeface="Consolas" panose="020B0609020204030204" pitchFamily="49" charset="0"/>
              </a:rPr>
              <a:t>: null,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payd_pono</a:t>
            </a:r>
            <a:r>
              <a:rPr lang="en-US" sz="675" dirty="0">
                <a:latin typeface="Consolas" panose="020B0609020204030204" pitchFamily="49" charset="0"/>
              </a:rPr>
              <a:t>: '',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payd_podate</a:t>
            </a:r>
            <a:r>
              <a:rPr lang="en-US" sz="675" dirty="0">
                <a:latin typeface="Consolas" panose="020B0609020204030204" pitchFamily="49" charset="0"/>
              </a:rPr>
              <a:t>: null,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payd_invamt</a:t>
            </a:r>
            <a:r>
              <a:rPr lang="en-US" sz="675" dirty="0">
                <a:latin typeface="Consolas" panose="020B0609020204030204" pitchFamily="49" charset="0"/>
              </a:rPr>
              <a:t>: 0,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payd_last_bal</a:t>
            </a:r>
            <a:r>
              <a:rPr lang="en-US" sz="675" dirty="0">
                <a:latin typeface="Consolas" panose="020B0609020204030204" pitchFamily="49" charset="0"/>
              </a:rPr>
              <a:t>: 0,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payd_disc</a:t>
            </a:r>
            <a:r>
              <a:rPr lang="en-US" sz="675" dirty="0">
                <a:latin typeface="Consolas" panose="020B0609020204030204" pitchFamily="49" charset="0"/>
              </a:rPr>
              <a:t>: 0,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payd_amt</a:t>
            </a:r>
            <a:r>
              <a:rPr lang="en-US" sz="675" dirty="0">
                <a:latin typeface="Consolas" panose="020B0609020204030204" pitchFamily="49" charset="0"/>
              </a:rPr>
              <a:t>: 0,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payd_apid</a:t>
            </a:r>
            <a:r>
              <a:rPr lang="en-US" sz="675" dirty="0">
                <a:latin typeface="Consolas" panose="020B0609020204030204" pitchFamily="49" charset="0"/>
              </a:rPr>
              <a:t>: 0,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payd_recdate</a:t>
            </a:r>
            <a:r>
              <a:rPr lang="en-US" sz="675" dirty="0">
                <a:latin typeface="Consolas" panose="020B0609020204030204" pitchFamily="49" charset="0"/>
              </a:rPr>
              <a:t>: null,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payd_branch</a:t>
            </a:r>
            <a:r>
              <a:rPr lang="en-US" sz="675" dirty="0">
                <a:latin typeface="Consolas" panose="020B0609020204030204" pitchFamily="49" charset="0"/>
              </a:rPr>
              <a:t>: '',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  </a:t>
            </a:r>
            <a:r>
              <a:rPr lang="en-US" sz="675" dirty="0" err="1">
                <a:latin typeface="Consolas" panose="020B0609020204030204" pitchFamily="49" charset="0"/>
              </a:rPr>
              <a:t>payd_paydate</a:t>
            </a:r>
            <a:r>
              <a:rPr lang="en-US" sz="675" dirty="0">
                <a:latin typeface="Consolas" panose="020B0609020204030204" pitchFamily="49" charset="0"/>
              </a:rPr>
              <a:t>: null,</a:t>
            </a:r>
          </a:p>
          <a:p>
            <a:r>
              <a:rPr lang="en-US" sz="675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92185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1196</TotalTime>
  <Words>329</Words>
  <Application>Microsoft Office PowerPoint</Application>
  <PresentationFormat>Widescreen</PresentationFormat>
  <Paragraphs>64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(Yr12) Vennise Chin</dc:creator>
  <cp:lastModifiedBy>(Yr12) Vennise Chin</cp:lastModifiedBy>
  <cp:revision>2</cp:revision>
  <dcterms:created xsi:type="dcterms:W3CDTF">2022-12-15T02:46:34Z</dcterms:created>
  <dcterms:modified xsi:type="dcterms:W3CDTF">2022-12-16T14:46:04Z</dcterms:modified>
</cp:coreProperties>
</file>